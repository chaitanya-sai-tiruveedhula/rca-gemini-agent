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RCA &amp; Problem Management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DCEB"/>
                </a:solidFill>
              </a:defRPr>
            </a:pPr>
            <a:r>
              <a:t>Modern incident analysis with Gemini LLM, similarity matching, and rich operational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920240"/>
            <a:ext cx="9144000" cy="201168"/>
          </a:xfrm>
          <a:prstGeom prst="rect">
            <a:avLst/>
          </a:prstGeom>
          <a:solidFill>
            <a:srgbClr val="54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114800" cy="3200400"/>
          </a:xfrm>
          <a:prstGeom prst="roundRect">
            <a:avLst/>
          </a:prstGeom>
          <a:solidFill>
            <a:srgbClr val="18243A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114800" cy="3200400"/>
          </a:xfrm>
          <a:prstGeom prst="roundRect">
            <a:avLst/>
          </a:prstGeom>
          <a:solidFill>
            <a:srgbClr val="1D2A44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A unified agent for incident analysis, risk guidance, and repeat-issue triage. The dashboard delivers an incident number, RCA summary, recommended actions, and context from similar past incidents.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Works with a Node.js frontend proxy and Python backend. Gemini LLM drives the analysis, while similarity matching identifies repeat failures and accelerates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Tools &amp;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023360" cy="2834640"/>
          </a:xfrm>
          <a:prstGeom prst="roundRect">
            <a:avLst/>
          </a:prstGeom>
          <a:solidFill>
            <a:srgbClr val="162237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023360" cy="2834640"/>
          </a:xfrm>
          <a:prstGeom prst="roundRect">
            <a:avLst/>
          </a:prstGeom>
          <a:solidFill>
            <a:srgbClr val="162237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657600" cy="274320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Frontend: HTML, CSS, vanilla JavaScript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Node.js: Express proxy, CORS, axios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Python: Flask API, Gemini integration, incident similarity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Data: CSV incident history and prompt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657600" cy="274320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LLM: Google Gemini via generative AI SDK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Deployment: local service ports 3000 and 5000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UX: responsive dashboard with status and error handling</a:t>
            </a:r>
          </a:p>
          <a:p>
            <a:pPr>
              <a:spcAft>
                <a:spcPts val="600"/>
              </a:spcAft>
              <a:defRPr sz="1800">
                <a:solidFill>
                  <a:srgbClr val="D8E0EC"/>
                </a:solidFill>
              </a:defRPr>
            </a:pPr>
            <a:r>
              <a:t>• Output: JSON API for RCA, recommendations, and matches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LLM &amp; Analysis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3383280"/>
          </a:xfrm>
          <a:prstGeom prst="roundRect">
            <a:avLst/>
          </a:prstGeom>
          <a:solidFill>
            <a:srgbClr val="19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BF3FA"/>
                </a:solidFill>
              </a:defRPr>
            </a:pPr>
            <a:r>
              <a:t>The Python back end sends a prompt to Google Gemini for structured RCA. Response parsing extracts summary, root causes, recommended actions, confidence and risk levels. This enables the UI to present executive-ready incident insights and operational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18243C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1. Frontend: Collects incident details and presents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18243C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2. Node Proxy: Routes requests from browser to Python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8229600" cy="822960"/>
          </a:xfrm>
          <a:prstGeom prst="roundRect">
            <a:avLst/>
          </a:prstGeom>
          <a:solidFill>
            <a:srgbClr val="18243C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3. Python API: Runs similarity matching and Gemini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8229600" cy="822960"/>
          </a:xfrm>
          <a:prstGeom prst="roundRect">
            <a:avLst/>
          </a:prstGeom>
          <a:solidFill>
            <a:srgbClr val="18243C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EF6"/>
                </a:solidFill>
              </a:defRPr>
            </a:pPr>
            <a:r>
              <a:t>4. Output: Returns structured JSON to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Sample Output</a:t>
            </a:r>
          </a:p>
        </p:txBody>
      </p:sp>
      <p:pic>
        <p:nvPicPr>
          <p:cNvPr id="6" name="Picture 5" descr="sampl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Important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931920" cy="3200400"/>
          </a:xfrm>
          <a:prstGeom prst="roundRect">
            <a:avLst/>
          </a:prstGeom>
          <a:solidFill>
            <a:srgbClr val="16233A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3931920" cy="3200400"/>
          </a:xfrm>
          <a:prstGeom prst="roundRect">
            <a:avLst/>
          </a:prstGeom>
          <a:solidFill>
            <a:srgbClr val="16233A"/>
          </a:solidFill>
          <a:ln w="19050">
            <a:solidFill>
              <a:srgbClr val="54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EBF5"/>
                </a:solidFill>
              </a:defRPr>
            </a:pPr>
            <a:r>
              <a:t>• Local service ports: 3000 (frontend) and 5000 (Python API)</a:t>
            </a:r>
            <a:br/>
            <a:r>
              <a:t>• Set GEMINI_API_KEY environment variable</a:t>
            </a:r>
            <a:br/>
            <a:r>
              <a:t>• Use clear incident descriptions for best RCA results</a:t>
            </a:r>
            <a:br/>
            <a:r>
              <a:t>• Similarity matching uses CSV historical incident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EBF5"/>
                </a:solidFill>
              </a:defRPr>
            </a:pPr>
            <a:r>
              <a:t>• Output includes incident number, summary, root causes, recommendations, and risk metrics</a:t>
            </a:r>
            <a:br/>
            <a:r>
              <a:t>• Node proxy handles JSON requests and CORS</a:t>
            </a:r>
            <a:br/>
            <a:r>
              <a:t>• Frontend uses status badges and error messages for feedback</a:t>
            </a:r>
            <a:br/>
            <a:r>
              <a:t>• The deck is designed for technical and stakeholder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